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Apertura. Muestro las cuatro implementaciones, cómo se midió y los primeros tiempos.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cuatro carpetas del repo. Ninguna usa BLAS, NumPy ni 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Estas decisiones hacen que la diferencia de tiempo se atribuya al lenguaje y a su toolchain, no a matrices distintas.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CSV es común a los cuatro lenguajes para poder integrarlos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 la tabla. No es el análisis estadístico final; son los primeros tiempos observados.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 se midió en la misma máquina. El detalle está en ENVIRONMENT.md.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estas tres decisiones. Ofrecer el README y los CSV como evidencia de la corrida.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UNIVERSIDAD DE SANTIAGO DE CHILE  ·  DOCTORADO, MENCIÓN INFORMÁTICA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Implementación y ejecución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Benchmark naive de multiplicación de matrices NxN
en C++, Go, Java y Python.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246120"/>
            <a:ext cx="2011680" cy="45720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429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Semana 2. Primeros resultados y decisiones de comparabilidad.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709160"/>
            <a:ext cx="12191695" cy="2148840"/>
          </a:xfrm>
          <a:prstGeom prst="rect">
            <a:avLst/>
          </a:prstGeom>
          <a:solidFill>
            <a:srgbClr val="083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9377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7E0D8"/>
                </a:solidFill>
                <a:latin typeface="Calibri"/>
                <a:ea typeface="Calibri"/>
                <a:cs typeface="Calibri"/>
              </a:rPr>
              <a:t>ASIGNATURA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34924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Experimentación computacional
Módulo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9377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7E0D8"/>
                </a:solidFill>
                <a:latin typeface="Calibri"/>
                <a:ea typeface="Calibri"/>
                <a:cs typeface="Calibri"/>
              </a:rPr>
              <a:t>PROFESOR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534924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Alcides Quispe Sanca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9377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7E0D8"/>
                </a:solidFill>
                <a:latin typeface="Calibri"/>
                <a:ea typeface="Calibri"/>
                <a:cs typeface="Calibri"/>
              </a:rPr>
              <a:t>ESTUDIANTE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34924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Alejandro Jesús Pirez Prendes
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56032" cy="73152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IMPLEMENTACIONES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Cuatro programas equivalentes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cpp/main.cpp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832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g++ -O2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46304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69164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6888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go/main.go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3832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go 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6304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9164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Java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6888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java/Main.java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832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javac / java 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46304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69164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46888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python/main.py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3832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CPython 3.12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2064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Mismo algoritmo i-j-k, mismo tipo de 64 bits, misma semilla 42 y el mismo reloj: solo la multiplicación.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20256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Alejandro Pirez Prendes  ·  Experimentación computacional, módulo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62025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2  / 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56032" cy="73152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COMPARABILIDAD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Qué se dejó igual entre lenguajes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Algoritmo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Triple bucle i → j → k, sin librerías de álgebra lineal.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32588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1508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19659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Park–Miller, semilla 42. Primero A, después 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8036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Tipo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20439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double / float64 / float de 64 bits.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88036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3063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Reloj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520439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Empieza con A y B listas; termina cuando C está calculada.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3484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Diseño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N = 500, 1000, 1500. Diez repeticiones por combinación.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443484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4617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Salida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507492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CSV con language, N, repetition, time_seconds.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20256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Alejandro Pirez Prendes  ·  Experimentación computacional, módulo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62025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3  / 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56032" cy="73152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MEDICIÓN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Qué entra en time_seconds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Se generan A y B
con semilla 42.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5EEEA"/>
                </a:solidFill>
                <a:latin typeface="Calibri"/>
                <a:ea typeface="Calibri"/>
                <a:cs typeface="Calibri"/>
              </a:rPr>
              <a:t>DENTRO DEL RELOJ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65960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 calcula C
con el triple bucle.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37160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5087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FUERA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965960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Se escribe el CSV.
Ese tiempo no entra.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66160"/>
            <a:ext cx="11155680" cy="246888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ARCHIVOS DE RESULTADOS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9768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results/cpp.csv   results/go.csv   results/java.csv   results/python.csv
Cada uno tiene 30 filas de datos: 3 tamaños × 10 repeticiones.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620256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Alejandro Pirez Prendes  ·  Experimentación computacional, módulo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62025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4  / 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56032" cy="73152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PRIMEROS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Tiempo medio por lenguaje y N (segundos)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2560320" cy="640080"/>
          </a:xfrm>
          <a:prstGeom prst="rect">
            <a:avLst/>
          </a:prstGeom>
          <a:solidFill>
            <a:srgbClr val="083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Lenguaje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39" y="1234440"/>
            <a:ext cx="2651760" cy="640080"/>
          </a:xfrm>
          <a:prstGeom prst="rect">
            <a:avLst/>
          </a:prstGeom>
          <a:solidFill>
            <a:srgbClr val="083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39" y="13716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 = 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234440"/>
            <a:ext cx="2651760" cy="640080"/>
          </a:xfrm>
          <a:prstGeom prst="rect">
            <a:avLst/>
          </a:prstGeom>
          <a:solidFill>
            <a:srgbClr val="083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13716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 = 1000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1234440"/>
            <a:ext cx="2651760" cy="640080"/>
          </a:xfrm>
          <a:prstGeom prst="rect">
            <a:avLst/>
          </a:prstGeom>
          <a:solidFill>
            <a:srgbClr val="083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3716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 = 1500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74519"/>
            <a:ext cx="2560320" cy="77724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574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C++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39" y="1874519"/>
            <a:ext cx="2651760" cy="77724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39" y="2057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0.110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1874519"/>
            <a:ext cx="2651760" cy="77724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2057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0.960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1874519"/>
            <a:ext cx="2651760" cy="77724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057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4.440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651760"/>
            <a:ext cx="2560320" cy="777240"/>
          </a:xfrm>
          <a:prstGeom prst="rect">
            <a:avLst/>
          </a:prstGeom>
          <a:solidFill>
            <a:srgbClr val="E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8346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Go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39" y="2651760"/>
            <a:ext cx="2651760" cy="777240"/>
          </a:xfrm>
          <a:prstGeom prst="rect">
            <a:avLst/>
          </a:prstGeom>
          <a:solidFill>
            <a:srgbClr val="E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39" y="28346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0.128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0" y="2651760"/>
            <a:ext cx="2651760" cy="777240"/>
          </a:xfrm>
          <a:prstGeom prst="rect">
            <a:avLst/>
          </a:prstGeom>
          <a:solidFill>
            <a:srgbClr val="E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28346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1.132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60" y="2651760"/>
            <a:ext cx="2651760" cy="777240"/>
          </a:xfrm>
          <a:prstGeom prst="rect">
            <a:avLst/>
          </a:prstGeom>
          <a:solidFill>
            <a:srgbClr val="E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8346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6.132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429000"/>
            <a:ext cx="2560320" cy="77724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6118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Java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39" y="3429000"/>
            <a:ext cx="2651760" cy="77724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63239" y="36118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0.129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3429000"/>
            <a:ext cx="2651760" cy="77724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0" y="36118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1.108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66760" y="3429000"/>
            <a:ext cx="2651760" cy="77724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36118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7.229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206240"/>
            <a:ext cx="2560320" cy="777240"/>
          </a:xfrm>
          <a:prstGeom prst="rect">
            <a:avLst/>
          </a:prstGeom>
          <a:solidFill>
            <a:srgbClr val="E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3891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Python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39" y="4206240"/>
            <a:ext cx="2651760" cy="777240"/>
          </a:xfrm>
          <a:prstGeom prst="rect">
            <a:avLst/>
          </a:prstGeom>
          <a:solidFill>
            <a:srgbClr val="E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63239" y="43891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8.116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5000" y="4206240"/>
            <a:ext cx="2651760" cy="777240"/>
          </a:xfrm>
          <a:prstGeom prst="rect">
            <a:avLst/>
          </a:prstGeom>
          <a:solidFill>
            <a:srgbClr val="E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43891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113.6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60" y="4206240"/>
            <a:ext cx="2651760" cy="777240"/>
          </a:xfrm>
          <a:prstGeom prst="rect">
            <a:avLst/>
          </a:prstGeom>
          <a:solidFill>
            <a:srgbClr val="E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43891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459.6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48640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Media de las 10 repeticiones. En esta máquina, Python queda muy por encima; C++, Go y Java quedan en el mismo orden de magnitud.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620256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Alejandro Pirez Prendes  ·  Experimentación computacional, módulo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662025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5  / 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56032" cy="73152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ENTORNO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Dónde se midió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Procesador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23444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Intel Core i7-11800H @ 2.30 GHz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9280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Memoria 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9280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15.7 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51176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Sistema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51176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Windows 10 Pro, AMD64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9544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C++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209544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g++ 14.1.0 con -O2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67912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867912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go 1.26.5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79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Java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526279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javac / java 17.0.12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8464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1846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CPython 3.12.10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620256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Alejandro Pirez Prendes  ·  Experimentación computacional, módulo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62025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6  / 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56032" cy="73152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PARA DISCUTIR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Decisiones que sostienen la comparación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3611880" cy="420624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Mismas matrices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15468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La semilla 42 y Park–Miller dejan A y B iguales en los cuatro lenguajes.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611880" cy="420624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3172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Solo la multiplicación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383280"/>
            <a:ext cx="315468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Generar matrices y escribir el CSV quedan fuera del reloj.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54480"/>
            <a:ext cx="3611880" cy="420624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830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33172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Toolchain incluido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83280"/>
            <a:ext cx="315468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Se compara el lenguaje con su forma habitual de compilar y ejecutar.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620256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Alejandro Pirez Prendes  ·  Experimentación computacional, módulo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62025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7  /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2 — Implementación y ejecución</dc:title>
  <dc:subject>Experimentación computacional</dc:subject>
  <dc:creator>Alejandro Jesús Pirez Prendes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